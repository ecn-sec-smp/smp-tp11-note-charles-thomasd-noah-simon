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Style moyen 3 - Accentuation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44" d="100"/>
          <a:sy n="44" d="100"/>
        </p:scale>
        <p:origin x="194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7FDB02-686C-4EF0-AB9C-11544BF21FD8}" type="datetimeFigureOut">
              <a:rPr lang="fr-FR" smtClean="0"/>
              <a:t>19/03/2026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FEB06-2848-4CDB-A0BD-ACED332F2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197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87FDB-4BE9-4D4C-913D-3EF3492222A5}" type="datetime1">
              <a:rPr lang="fr-FR" smtClean="0"/>
              <a:t>19/03/2026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Revue de projet - SMP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DCC99-2AC7-4096-B053-6D6C36F6A4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0403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2620A-0DB5-4686-80BE-83BB417AA455}" type="datetime1">
              <a:rPr lang="fr-FR" smtClean="0"/>
              <a:t>19/03/2026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Revue de projet - SMP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DCC99-2AC7-4096-B053-6D6C36F6A4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9227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603CD-D7CF-4F93-AF95-4BC87302590B}" type="datetime1">
              <a:rPr lang="fr-FR" smtClean="0"/>
              <a:t>19/03/2026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Revue de projet - SMP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DCC99-2AC7-4096-B053-6D6C36F6A4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9193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60356-685B-4260-BD03-96BBC0DE4F4B}" type="datetime1">
              <a:rPr lang="fr-FR" smtClean="0"/>
              <a:t>19/03/2026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Revue de projet - SMP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DCC99-2AC7-4096-B053-6D6C36F6A4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4887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7EB2C-8A1A-448E-AF96-3779F5667543}" type="datetime1">
              <a:rPr lang="fr-FR" smtClean="0"/>
              <a:t>19/03/2026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Revue de projet - SMP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DCC99-2AC7-4096-B053-6D6C36F6A4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6503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2BB03-0D86-43C7-ADE4-CFDD6FE63CDD}" type="datetime1">
              <a:rPr lang="fr-FR" smtClean="0"/>
              <a:t>19/03/2026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Revue de projet - SMP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DCC99-2AC7-4096-B053-6D6C36F6A4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5809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A49D-1150-4AA7-B937-2F5B6366838B}" type="datetime1">
              <a:rPr lang="fr-FR" smtClean="0"/>
              <a:t>19/03/2026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Revue de projet - SMP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DCC99-2AC7-4096-B053-6D6C36F6A4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0846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F8915-BA05-482E-9698-E665EA59D109}" type="datetime1">
              <a:rPr lang="fr-FR" smtClean="0"/>
              <a:t>19/03/2026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Revue de projet - SMP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DCC99-2AC7-4096-B053-6D6C36F6A4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6371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F4B4D-23D4-4EE5-99AE-47152CEE9A61}" type="datetime1">
              <a:rPr lang="fr-FR" smtClean="0"/>
              <a:t>19/03/2026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Revue de projet - SMP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DCC99-2AC7-4096-B053-6D6C36F6A4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8166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050EF-5784-4D3B-ADDC-30E6A343FB11}" type="datetime1">
              <a:rPr lang="fr-FR" smtClean="0"/>
              <a:t>19/03/2026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Revue de projet - SMP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DCC99-2AC7-4096-B053-6D6C36F6A4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251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3FEF-C13D-42A7-A382-BAC58287B4B0}" type="datetime1">
              <a:rPr lang="fr-FR" smtClean="0"/>
              <a:t>19/03/2026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Revue de projet - SMP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DCC99-2AC7-4096-B053-6D6C36F6A4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1051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DF31C0-8378-4FF4-A801-90908768AEA2}" type="datetime1">
              <a:rPr lang="fr-FR" smtClean="0"/>
              <a:t>19/03/2026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Revue de projet - SMP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1DCC99-2AC7-4096-B053-6D6C36F6A4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8225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C56C19-0BFE-C194-690C-5C0DE6828C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/>
              <a:t>Les Aventuriers du Rail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A08CD36-CA8F-ADEA-B562-7A2ECE8DA1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i="1" dirty="0"/>
              <a:t>Noah, Thomas D., Simon et Charles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F5CBCD7-FFE0-FD7A-FBC0-26B479830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Revue de projet - SMP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215637C-2DD5-7386-64BE-2039CA2AA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DCC99-2AC7-4096-B053-6D6C36F6A42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0761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C80193-950D-9DE6-9675-92F4A8EA9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811F51-243F-3823-21CF-404E10B04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9A829A-00FC-6F04-7E6D-DB0E35F82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Revue de projet - SMP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6175A13-F855-8544-05AB-76A0DBD23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DCC99-2AC7-4096-B053-6D6C36F6A420}" type="slidenum">
              <a:rPr lang="fr-FR" smtClean="0"/>
              <a:t>2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F292643-8CD9-FAE0-ED44-7985625D9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124" y="2087791"/>
            <a:ext cx="5344505" cy="346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615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A65577-C7B6-BC5C-0403-3B4B09DF9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Conception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25FBF4-AA1F-460E-F27F-5D76144F9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Modélisation UML via draw.io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9982640-CA41-4671-9F75-A77EDDDE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Revue de projet - SMP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B650FC-78CE-34E7-AFA7-B1E5BE46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DCC99-2AC7-4096-B053-6D6C36F6A420}" type="slidenum">
              <a:rPr lang="fr-FR" smtClean="0"/>
              <a:t>3</a:t>
            </a:fld>
            <a:endParaRPr lang="fr-FR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D94C50AC-C219-31F7-0470-ADF90B257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660" y="2950341"/>
            <a:ext cx="4509370" cy="264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634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A7C128-27B9-5A2A-D804-E29741648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Répartition des tâches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A7D1110-2145-0AF1-B603-A226EE528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Revue de projet - SMP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F608B0-9FD1-93A7-FF1E-0997C9CA6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DCC99-2AC7-4096-B053-6D6C36F6A420}" type="slidenum">
              <a:rPr lang="fr-FR" smtClean="0"/>
              <a:t>4</a:t>
            </a:fld>
            <a:endParaRPr lang="fr-FR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E495A6C9-5FF2-F6B6-09BB-B1FAD7BB2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420287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47</Words>
  <Application>Microsoft Office PowerPoint</Application>
  <PresentationFormat>Affichage à l'écran (4:3)</PresentationFormat>
  <Paragraphs>14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Thème Office</vt:lpstr>
      <vt:lpstr>Les Aventuriers du Rail</vt:lpstr>
      <vt:lpstr>Contexte</vt:lpstr>
      <vt:lpstr>Conception</vt:lpstr>
      <vt:lpstr>Répartition des tâches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Charles Mabit</dc:creator>
  <cp:lastModifiedBy>Charles Mabit</cp:lastModifiedBy>
  <cp:revision>1</cp:revision>
  <dcterms:created xsi:type="dcterms:W3CDTF">2026-03-19T06:20:18Z</dcterms:created>
  <dcterms:modified xsi:type="dcterms:W3CDTF">2026-03-19T06:33:03Z</dcterms:modified>
</cp:coreProperties>
</file>